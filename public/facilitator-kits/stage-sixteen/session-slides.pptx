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SIXTEEN  ·  WORKPLACE PROFESSIONALISM &amp; ETHICS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Workplace Professionalism &amp; Workplace Readiness / Professional Ethics &amp; Integrity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Fundamentals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T1–T9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Orientation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baseline knowledge every new role needs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directly, don't wait for it to become obvious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every FIRST in this stage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Workplace Routine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Reduces decision fatigue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a reputation for consistency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control it, not your inbox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Etiquette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Often unwritten, still genuinely shapes perception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Prior-context norms don't automatically transfer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 before assuming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Appearance Standard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Norms vary significantly by industry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universal standard — confirm your specific context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Avoids both under- and over-dressing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Punctuality Habit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but among the most visible habits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 compounds into real trust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Judged more than most people realize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Accountability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Ownership, not just task completion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Matters most when something goes wrong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real trust with managers and peers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Ownership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wait to be told for everything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what's genuinely within your judgment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real capability and trust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Initiative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fixing — spotting real opportunities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separates proactive from merely reliable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has to flag it first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Adaptation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 effort, not automatic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norms and pace don't just transfer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out Section 1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Workplace Situations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T10–T16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Policy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 policy, not just informal culture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Skimming ≠ absorbing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Protects you from unknowingly violating a rule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Mishandling causes genuine harm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unintentional slips matter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status before sharing casually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Boundary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Protects wellbeing without damaging relationships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Stated calmly, it builds credibility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boundary is itself a professional skill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Prioritization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everything is equally urgent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with your manager when stakes are high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Guessing alone is a real risk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Escalation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when it exceeds your level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and specific, not vague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Prevents both under- and over-escalation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Mistake Recovery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matters more than the mistake itself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 hide it nor over-apologize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it directly, focus on the fix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Accountability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top-down — a skill at every level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Avoidance lets the pattern continue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out Section 2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Professional Identity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T17–T25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Prepare, don't just show up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examples, real questions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Changes the whole quality of the conversation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Improvement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“Do better” isn't a plan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milestones, trackable progress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a vague worry into real action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Feedback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wait for the annual review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questions get specific answers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Surfaces insight while it's still useful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Recognition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signal your work is landing as intended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 on what specifically earned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Lets you deliberately repeat it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Problem Ownership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isn't the finish line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ownership sees it through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T7's proactive spirit — to resolution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Reputation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Self-perception often differs from reality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someone who'll be genuinely honest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honest audit closes the real gap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Culture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Stated values ≠ observed behavior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past the handbook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Helps you evaluate genuine fit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Readiness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Honest, not assumed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Reveals real gaps before they become problems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loop on Sections 1–3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Standard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Self-defined, not just externally imposed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Holds even when no one's checking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Revisited later in T41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Foundations &amp; Responsibilities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T26–T35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Ethics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Principles, not just rule-following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Prepares you for what no policy covers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the rest of this section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Awareness alone doesn't guarantee action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specifically under real pressure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one would know” is the warning sign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of Interest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Compromises judgment even unintentionally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Disclose regardless of perceived objectivity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Awareness lets you catch it early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Information Responsibility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Ethical, not just a compliance checkbox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trust is placed in you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T11 into an ethical framing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“Technically legal” ≠ “genuinely ethical”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matters increasingly everywhere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Worth pausing on, not assuming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T31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Ethics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isn't the only measure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Unintended consequences, considered upfront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data ethics more broadly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T32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Protects your work and others'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your org's actual policy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assume automatic personal ownership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T33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&amp; Attribution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trust, respects real work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IP awareness into daily habit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genuinely, every time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T34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Honesty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when comfortable — the real test is otherwise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Delaying usually makes it worse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in the uncomfortable moment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T35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Dilemma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Systematic, not just gut instinct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values genuinely in conflict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out Section 4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Ethics &amp; Integrity Reflection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T36–T45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T36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legal and regulatory risk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to, but distinct from, broader ethics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Applies to your role, not just “someone else”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T37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Accuracy, bias, disclosure — genuinely new questions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assume AI output is automatically right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before you trust it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T38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 from general confidentiality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ethical and legal weight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Applies regardless of stated purpose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T39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Under Pressure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without pressure — the real test is under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Especially pressure from authority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T27 into genuinely hard conditions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Leadership Reflection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Principles, not just effectiveness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Shapes how you'll lead under real pressure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the Stage Twelve leadership philosophy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T41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Integrity Reflection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 vs. stated values — compare honestly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Revisit your T25 standard statement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Gaps develop quietly over time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T42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Speak-Up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your own conduct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the real channels before you need them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assume there's no appropriate path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T43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Decision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Repeatable, not reasoned from scratch each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enough for a real, live moment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from your own real experience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T44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Responsibility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Specific, not generic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 from your broader standard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Keeps responsibilities visible and intentional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T45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the whole stage, not just this section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Honest, even where it's uncomfortable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strength and genuine gap, named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Sixteen,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area of integrity strength, one genuine remaining gap, named out loud.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2026-09-18T02:50:41Z</dcterms:created>
  <dcterms:modified xsi:type="dcterms:W3CDTF">2026-09-18T02:50:41Z</dcterms:modified>
</cp:coreProperties>
</file>