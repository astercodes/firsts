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1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E8A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FIFTEEN  ·  BUSINESS &amp; ORGANIZATIONAL ACUMEN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0"/>
            <a:ext cx="11247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FIRSTS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4251960" y="4160520"/>
            <a:ext cx="3657600" cy="0"/>
          </a:xfrm>
          <a:prstGeom prst="line">
            <a:avLst/>
          </a:prstGeom>
          <a:noFill/>
          <a:ln w="25400">
            <a:solidFill>
              <a:srgbClr val="E257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3434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D9D2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&amp; Organizational Acumen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31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6517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E8A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6324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How Organizations Work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4160520"/>
            <a:ext cx="2743200" cy="0"/>
          </a:xfrm>
          <a:prstGeom prst="line">
            <a:avLst/>
          </a:prstGeom>
          <a:noFill/>
          <a:ln w="38100">
            <a:solidFill>
              <a:srgbClr val="E257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42976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9D2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FIRSTS S1–S9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 Awareness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≠ revenue mechanism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sentences: create, deliver, capture value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Foundation for the whole stage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Organizational Structure Awareness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Beyond your own immediate team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Helps navigate decisions and escalations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Formal chart ≠ how decisions really get made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S3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Function Mapping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Names are often misleading guides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Confirm with a real conversation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 who to actually approach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S4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Model Awareness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all revenue streams are equal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Shapes what genuinely matters to the org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Sets up Cost Structure next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S5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Structure Awareness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visible cost isn't always the largest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financial impact, not just revenue potential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other half of the P&amp;L picture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S6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Awareness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Timing changes what's realistically approvable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 the real cycle, not the assumed one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Immediately usable, practical knowledge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S7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&amp; Loss Awareness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+ costs come together here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“Profit” is concrete, not abstract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Growing revenue ≠ genuinely profitable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S8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KPI Awareness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leadership actually measures as success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Confirm it — don't assume it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Sets up Operational Metrics next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S9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Metrics Exercise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Granular beats high-level alone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actual tracked metric, not general impression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Closes the section: org-wide down to one process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31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6517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E8A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6324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Analyzing the Business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4160520"/>
            <a:ext cx="2743200" cy="0"/>
          </a:xfrm>
          <a:prstGeom prst="line">
            <a:avLst/>
          </a:prstGeom>
          <a:noFill/>
          <a:ln w="38100">
            <a:solidFill>
              <a:srgbClr val="E257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42976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9D2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FIRSTS S10–S19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S10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Mapping Exercise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Internal AND external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External stakeholders are the ones most often missed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Anticipate concerns, build real support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S11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Journey Mapping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just your own department's touchpoint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Reveals how your work connects to the whole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Sets up Process Mapping next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S12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Mapping Exercise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Bottlenecks live at handoffs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Invisible from any single vantage point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Map the whole thing, not just your piece</a:t>
            </a:r>
            <a:endParaRPr lang="en-US" sz="2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S13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 Analysis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first explanation is often wrong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Systematic beats instinctive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Verify against real data</a:t>
            </a:r>
            <a:endParaRPr lang="en-US" sz="2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S14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 Created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Problem, solution, costs, benefits, risks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More rigorous than an enthusiastic pitch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most demanding exercise in this stage</a:t>
            </a:r>
            <a:endParaRPr lang="en-US" sz="2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S15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Cost-Benefit Analysis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numbers, not just qualitative impressions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Cheapest visible ≠ best value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Backbone for a strong business case</a:t>
            </a:r>
            <a:endParaRPr lang="en-US" sz="2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S16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Analysis alone doesn't drive action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 it clearly — don't just analyze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Extends S14 and S15 into a real decision point</a:t>
            </a:r>
            <a:endParaRPr lang="en-US" sz="2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S17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Research Exercise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External reality, not internal assumption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best research produces a genuine surprise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source is never enough</a:t>
            </a:r>
            <a:endParaRPr lang="en-US" sz="2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S18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Analysis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Competitive assumptions go stale fast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Genuinely current, not vague impressions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Specific dimensions, not general vibes</a:t>
            </a:r>
            <a:endParaRPr lang="en-US" sz="2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S19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Analysis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Beyond direct competitors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Anticipate broader shifts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Widest-scope research in the section</a:t>
            </a:r>
            <a:endParaRPr lang="en-US" sz="2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31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6517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E8A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6324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&amp; Reflective Business Thinking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4160520"/>
            <a:ext cx="2743200" cy="0"/>
          </a:xfrm>
          <a:prstGeom prst="line">
            <a:avLst/>
          </a:prstGeom>
          <a:noFill/>
          <a:ln w="38100">
            <a:solidFill>
              <a:srgbClr val="E257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42976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9D2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FIRSTS S20–S25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S20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Objective Analysis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Well-executed ≠ strategically connected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Map activities against real stated goals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Often surfaces uncomfortable gaps</a:t>
            </a:r>
            <a:endParaRPr lang="en-US" sz="2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S21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Perspective Exercise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Genuinely different priorities, not “more of the same”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Sharpens analysis and leadership communication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Difficulty here is itself useful information</a:t>
            </a:r>
            <a:endParaRPr lang="en-US" sz="2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S22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Organizational Decision Analysis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reasoning beats the simple, circulated story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Ask someone with real context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Builds genuine business judgment</a:t>
            </a:r>
            <a:endParaRPr lang="en-US" sz="2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S23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Process Improvement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Identifying isn't enough — implement it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most demanding FIRST in the stage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follow-through required</a:t>
            </a:r>
            <a:endParaRPr lang="en-US" sz="2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S24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Organizational Change Awareness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Looks chaotic, usually isn't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genuine, deliberate underlying process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Helps you navigate change, lead or affected</a:t>
            </a:r>
            <a:endParaRPr lang="en-US" sz="2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S25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Acumen Reflection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Across the whole stage, not just Session 3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Name the uncomfortable gaps honestly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ongoing practice, not a finished checklist</a:t>
            </a:r>
            <a:endParaRPr lang="en-US" sz="2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231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0"/>
            <a:ext cx="11247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Fifteen, Complete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251960" y="3794760"/>
            <a:ext cx="3657600" cy="0"/>
          </a:xfrm>
          <a:prstGeom prst="line">
            <a:avLst/>
          </a:prstGeom>
          <a:noFill/>
          <a:ln w="25400">
            <a:solidFill>
              <a:srgbClr val="E2571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39776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D9D2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strength, one gap — named honestly, out loud.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2026-09-17T20:32:35Z</dcterms:created>
  <dcterms:modified xsi:type="dcterms:W3CDTF">2026-09-17T20:32:35Z</dcterms:modified>
</cp:coreProperties>
</file>