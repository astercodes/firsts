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THREE  ·  JOB APPLICATION &amp; INTERVIEW SKILLS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Application &amp; Interview Skills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Application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C1–C7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 30+ applications get unmanageable fast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resume version, sent where, followed up when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it, and actually review it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Fewer, well-matched beats many, loosely matched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Tailored materials genuinely outperform generic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narrow starves the pipeline; too broad dilutes effort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Version A/B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advice doesn't fit every field or candidate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real versions against real employers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one variable at a time, or you can't learn anything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Customization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generic is easy to spot, rarely persuasive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rewrites don't scale at real volume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customization: the sustainable middle ground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Repeated language signals what actually matters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of requirements is a real signal too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listed skill is equally required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Answer Prep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prevents rambling under pressure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Situation/Task brief, Action/Result gets the real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Practiced, not memorized word-for-word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Interview Prep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 up in nearly every interview, every industry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Unpracticed stories freeze under real pressure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story forced into every answer is a red flag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Readiness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C8–C14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Interview Prep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pressure + being watched changes everything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 conditions, not just solo untimed practice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concept, not just the memorized answer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Case/Problem-Solving Prep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how you think under ambiguity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framework is a starting point, not a script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Narrate your thinking out loud, always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about it ≠ performing under real pressure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partner who doesn't already know your answers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feedback after matters as much as the practice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Offer Negotiation Prep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first offers have real room built in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Fear of seeming ungrateful costs real money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 realistic range — never negotiate blind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Email After Interview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tip a genuinely close decision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the actual conversation, not a template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it within a day, not several days later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Test/Assessment Prep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early, common screening step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timed — format and timing vary by company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assume all assessments are the same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Presentation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organizing and delivering, not just answering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cram content past the actual time limit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the follow-up questions too, not just the talk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C15–C20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Mindset Routine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Nerves can undercut even strong preparation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consistent routine gives you something to lean 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Calming and focus-building, not last-minute cramming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Email Habit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good email helps; a consistent habit builds reputation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it even after interviews that went poorly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Professionalism people remember, win or lose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Deadline Calendar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search overlaps with classes, work, life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spreadsheet you don't check daily doesn't count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reminders, not passive tracking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Career-Focused LinkedIn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applications get filtered before a human sees them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warm referral routes around that filter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first — never ask a stranger cold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Research 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Interviewers can tell who actually researched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homepage — real, specific findings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questions, not ones that fit any company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Comparison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Excitement and pressure cloud real decisions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keeps it grounded in what matters to you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build it and then ignore it for the biggest number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Three,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application decision, made with a clear head.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2026-09-06T21:49:45Z</dcterms:created>
  <dcterms:modified xsi:type="dcterms:W3CDTF">2026-09-06T21:49:45Z</dcterms:modified>
</cp:coreProperties>
</file>