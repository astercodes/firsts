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ONE  ·  SELF-AWARENESS &amp; CAREER CLARITY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Self-Awareness &amp; Career Clarity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Self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01–06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 Audit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≠ preferences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non-negotiables, not 10 nice-to-haves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filter for every future offer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Vision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compass, not a fixed destination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as a letter from your future self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Revisit annually — it should evolve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Purpose Awareness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= what you do. Purpose = why it matters.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 a pattern, not a lightning bolt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Sustains you through rejection and setbacks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 04–05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+ Strengths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narrative: identity → strengths → skills → impact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beats impressive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skills AND soft skills both count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Awareness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self-criticism — actionable growth areas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gap? Mindset? Habit?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30-day action per weakness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with the Market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07–12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 Alignment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Passion + capability, not passion alone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passion needs to be a job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2 “anchor passions”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Insight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trends, 2 growth areas, 1 major challenge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document — keep updating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stereotypes with real research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Rarely a straight ladder — lateral moves are normal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3 real professionals' first moves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Role Research next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Research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 posting is not enough data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on responsibilities, not just titles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real Fit Map: required vs. current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Cross-check at least 3 sources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 for location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comp, not just base pay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SWOT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Pulls together 05, 06, 08, 09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honest — not too harsh, not too generous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with one 90-day priority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Style &amp; Systems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13–18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Growth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skills, not 15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completion ≠ skill acquisition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practice method + real milestone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Assessment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starting hypothesis, not a verdict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it to real past experiences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an excuse to avoid growth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Style Awareness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week of real observation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helps vs. what hinders your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everyone shares your style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&amp; Decision-Making Style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quality &gt; raw talent, early career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“correct” style — match style to context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vs. instinct: which do you over-rely on?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 Awareness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Evidence-based, not just preference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3 methods on the same topic, 3 days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Struggling ≠ lack of ability, often a method mismatch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Focus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Pulls together Work Style + Thinking Style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beats willpower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enough to actually sustain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One,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 commitment, out loud, before we close.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2026-09-04T00:24:37Z</dcterms:created>
  <dcterms:modified xsi:type="dcterms:W3CDTF">2026-09-04T00:24:37Z</dcterms:modified>
</cp:coreProperties>
</file>