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</p:sldIdLst>
  <p:notesMasterIdLst>
    <p:notesMasterId r:id="rId10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heme" Target="theme/theme1.xml"/><Relationship Id="rId10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SEVEN  ·  HARD SKILLS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4251960" y="416052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Analysis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FIRSTS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Mastery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Spreadsheets are the single most common tool across nearly every entry-level role — fluency here removes a common early bottleneck before it becomes a real problem under pressure.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avoiding spreadsheets entirely out of intimidation, which only makes the eventual real-world requirement more stressful.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Exercise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ability to look at raw numbers and extract a meaningful takeaway is foundational and valuable in nearly any field, technical or not.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stopping at calculating numbers without ever stating what they actually mean.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Survey/Questionnaire Designed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Poorly designed surveys produce unreliable data — asking a clear, unbiased question is a distinct and genuinely valuable skill, not a formality.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writing leading or double-barreled questions that make the resulting data unreliable.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K10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Insight Extracted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statistical literacy — understanding what an average or percentage actually implies — is essential for interpreting data correctly rather than being misled by it.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reporting a single summary statistic without checking whether it's hiding something important.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KPI/Metric Measurement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a chosen metric, progress on a project or goal is often just a vague impression rather than something you can actually verify.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choosing a metric that's easy to measure but doesn't actually reflect real progress toward the goal.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K43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Accuracy Exercise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data entry errors compound into larger analytical mistakes — careful entry is an underrated foundational skill in any data-adjacent role.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rushing through entry without a dedicated review pass, assuming errors won't happen.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K45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Exercise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a benchmark, it's hard to know if a result is genuinely good or just feels good in isolation.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comparing against an unfair or irrelevant benchmark, which produces a misleading conclusion either way.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K46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Problem Solved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Systematic problem-solving produces more reliable results than pure intuition, especially when real data or evidence is actually available.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jumping to a conclusion based on assumption before actually checking the available evidence.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K53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Exercise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data is almost never clean; the ability to identify and fix inconsistencies is a prerequisite for any reliable analysis.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analyzing messy data without cleaning it first, which can produce confidently wrong conclusions.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K62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Spreadsheet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spreadsheets without clear structure often become chaotic, with conflicting edits and unclear ownership — doing this well is a distinct team skill.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letting the spreadsheet evolve without any agreed structure, leading to inconsistent, conflicting entries.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K64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Analysis Conducted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Collecting survey data is only useful if you can actually extract and communicate genuine insights from it afterward.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reporting every data point without prioritizing the most significant or actionable findings.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K65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Trend Interpretation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Spotting a trend is only useful if you can translate it into something actionable — this skill bridges raw pattern recognition and real decision-making.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noticing a trend but never translating it into an actual decision or action.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K73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Interpretation Report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that isn't communicated clearly in writing often fails to actually influence a decision, no matter how solid the underlying analysis.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leading with methodology or process instead of the actual finding, which buries the point a reader actually needs.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K81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 Tracked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Tracking a metric over an extended period reveals real trends that a single snapshot measurement genuinely can't show.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tracking inconsistently, which makes the resulting data too sparse to reveal a genuine trend.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K84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Thinking Applied to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can mislead just as easily as it can inform; applying genuine critical thinking to findings, not just accepting them, prevents costly errors.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accepting data findings uncritically simply because they're presented as numbers, which can feel more objective than they actually are.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Written Communication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FIRSTS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Written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well-structured report communicates findings or recommendations clearly, regardless of field — one of the most transferable hard skills across roles.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skipping the outline step and writing directly into full paragraphs, which often produces a disorganized final structure.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ability to synthesize multiple sources into a clear summary is essential for nearly any research-adjacent task, academic or professional.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stringing together quotes or paraphrased sentences without genuine synthesis into your own understanding.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K13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Operating Procedure Drafted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SOPs make work repeatable and consistent across a team, reducing errors and dependence on any one person's memory.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assuming steps are obvious and skipping them, the same failure mode as under-documenting any technical process.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K16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Busy readers often only read the summary; a weak one means strong underlying work may never get real attention.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including too much detail, which defeats the purpose of a summary meant for a time-pressed reader.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K18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Formatting Exercise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Poor formatting can undermine the perceived quality of genuinely strong content; clean formatting signals professionalism and care.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treating formatting as unimportant relative to content, when in practice both affect how the work is perceived.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K33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Research Exercise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all online sources are equally reliable; the ability to quickly assess credibility prevents building work on shaky evidence.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accepting the first search result as reliable without checking its actual credibility.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K36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Template Created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Rebuilding the same document structure from scratch repeatedly wastes time; a good template captures the structure once for reuse.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over-building a template with too much rigid structure that doesn't flex for the actual variation between uses.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K42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Presentation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that isn't presented clearly often fails to influence decisions, regardless of how solid the underlying work is.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leading with lengthy methodology instead of the actual finding, which loses audience attention before the point lands.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K44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Summary Written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ability to distill technical work into a clear written summary makes it accessible to a broader audience, including decision-makers.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writing for an audience with your own level of expertise rather than the actual intended reader.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K58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for Others Created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 that only makes sense to its author isn't actually useful documentation; writing genuinely for someone else is a distinct discipline.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skipping steps that feel obvious to you but aren't obvious to someone without your background.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K63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Proposal Submission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Practicing the full proposal process — drafting, revising, submitting — builds real fluency before you need to do it under genuine pressure.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treating a low-stakes practice proposal too casually, missing the chance to build genuine submission discipline.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K67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Documentation for Team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processes that live only in one person's head create a single point of failure; documenting them protects the team's ability to function.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documenting only the parts you personally use, missing edge cases someone else with more experience would know.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K72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Formulated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vague research question leads to unfocused research; a sharp, specific question makes the entire process more efficient and useful.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starting research with a question so broad that no realistic amount of research could fully answer it.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Project Management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FIRSTS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Drafted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Projects started without a plan tend to drift or run into resource surprises partway through; upfront planning catches issues early when they're cheap to fix.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skipping the planning step because a project feels simple, only to hit avoidable surprises partway through.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Agenda Prepared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meetings save time and produce clearer outcomes than unstructured ones — a core project management discipline, not just a formality.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preparing an agenda but not actually following it during the meeting.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Budget/Expense Sheet Prepared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tracking prevents projects and personal finances alike from quietly overspending without anyone noticing until it's a real problem.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setting a budget but never actually tracking real spending against it.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Prioritization Exercise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a structured framework, prioritization tends to default to whatever feels most urgent in the moment, not what's actually most important.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rating most tasks as urgent and important, which defeats the purpose of the framework.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K12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Identifying risks in advance lets you plan mitigation before a problem occurs, rather than reacting to it after the fact.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only identifying obvious risks while missing less visible but higher-impact ones.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K23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Tracking Log Maintained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project plan without ongoing tracking tends to drift silently off course; regular tracking catches problems while there's still time to adjust.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building a plan but never actually tracking progress against it, letting drift go unnoticed.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K27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Improvement Proposal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Noticing and proposing small process improvements demonstrates initiative and genuinely improves how a team or system functions.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proposing a sweeping overhaul instead of a small, concrete, easily approved fix.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K37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Completed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completed small project is more valuable as evidence of skill than an ambitious unfinished one; scope discipline is itself a hard skill.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scoping too ambitiously and never actually finishing, which produces nothing concrete to show for the effort.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K38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Checklist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checklist built from real experience captures hard-won lessons in a reusable form, rather than relearning them each time the problem recurs.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not documenting the solution after solving a problem, forcing yourself to relearn it from scratch next time.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K50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Application of Hard Skill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Applying a skill in a real context reveals gaps that purely theoretical practice doesn't, and builds genuine confidence that transfers to future situations.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staying in purely theoretical or simulated practice indefinitely, avoiding the real-world test that would reveal genuine gaps.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K57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Optimization Exercise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Small, repeated inefficiencies compound significantly over time; deliberately optimizing a regular workflow pays off across every future repetition.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optimizing a workflow you rarely use instead of one that's genuinely repeated often enough to matter.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K66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Checklist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Routine recurring tasks benefit from a checklist just as much as troubleshooting does, ensuring consistency and catching skipped steps.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assuming a routine task is simple enough not to need a checklist, until a step gets missed under time pressure.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K70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Project Plan Executed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Executing a full multi-step plan from start to finish, not just drafting one, is the real test of project management skill.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planning meticulously but losing tracking discipline partway through execution, letting the plan drift unmanaged.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K71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Cost/Time Estimate Prepared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Accurate estimates prevent projects from running out of budget or time unexpectedly, and the skill of estimating well improves with deliberate practice.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estimating the whole project as a single guess rather than breaking it into estimable components.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K74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Delegation Exercise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Delegation is a distinct skill from doing the work yourself; poor delegation leads to unclear ownership and dropped tasks.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delegating with unclear scope or no deadline, which makes it easy for the task to quietly slip.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K83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of Workplace Task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Simulating a real workplace task in advance reduces the learning curve when you actually encounter it for the first time on the job.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simulating a task so simplified it doesn't actually resemble the real complexity you'll encounter.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K88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Prioritization Exercise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facing multiple problems at once, tackling them in the wrong order wastes effort on lower-impact issues while higher-impact ones wait.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solving the most emotionally loud or annoying problem first, rather than the one with the greatest real impact.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K89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Closure Documented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a deliberate closure step, the lessons from a completed project often get lost, and the same mistakes can recur on the next one.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moving straight to the next project without ever capturing what the last one taught you.</a:t>
            </a:r>
            <a:endParaRPr lang="en-US" sz="2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&amp; Presentation Tools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FIRSTS</a:t>
            </a:r>
            <a:endParaRPr 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Deck Created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well-designed deck supports your spoken content instead of competing with it, directly affecting how your ideas land.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treating slides as a script with full sentences instead of visual support for spoken content.</a:t>
            </a:r>
            <a:endParaRPr lang="en-US" sz="2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K17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Communication Created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 ideas, especially data-heavy or process-heavy ones, communicate far more clearly visually than in paragraphs of text.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over-designing the visual with unnecessary decoration that obscures rather than clarifies.</a:t>
            </a:r>
            <a:endParaRPr lang="en-US" sz="2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K31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well-designed chart can reveal a pattern instantly that a table of numbers would take much longer to convey.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choosing a chart type that doesn't fit the data, like a pie chart for a trend over time.</a:t>
            </a:r>
            <a:endParaRPr lang="en-US" sz="2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K32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Diagram Created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visual workflow diagram often clarifies a process faster than a written description, especially for processes with branches or dependencies.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making the diagram so detailed it becomes as hard to follow as the original written description.</a:t>
            </a:r>
            <a:endParaRPr lang="en-US" sz="2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K34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Presentation Recording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Watching a full recorded presentation reveals pacing, structure, and delivery issues that are hard to notice in the moment of speaking.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only recording a short excerpt instead of the full presentation, missing pacing issues that only show up over the full length.</a:t>
            </a:r>
            <a:endParaRPr lang="en-US" sz="2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K35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Infographic Designed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well-designed infographic can communicate a complex idea at a glance and is easily shared and referenced, unlike a full report.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including too much information, which turns the infographic into a cluttered, unreadable mess.</a:t>
            </a:r>
            <a:endParaRPr lang="en-US" sz="2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K39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Map Created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Mind maps are effective for brainstorming and organizing complex, interconnected ideas in a way linear notes often can't capture.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trying to organize the mind map too rigidly from the start, defeating its purpose as a free-form brainstorming tool.</a:t>
            </a:r>
            <a:endParaRPr lang="en-US" sz="2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K51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 to Non-Experts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work that can't be explained to non-experts often fails to get the resources or support it needs from decision-makers outside the technical team.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assuming your audience shares more technical background than they actually do.</a:t>
            </a:r>
            <a:endParaRPr lang="en-US" sz="2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K59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Portfolio Item Created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portfolio item is often the concrete evidence that convinces someone you can actually do what you claim on a resume.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adding raw work to a portfolio without context, leaving a viewer unclear what problem it solved or what your specific role was.</a:t>
            </a:r>
            <a:endParaRPr lang="en-US" sz="2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K69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Presentation Feedback Received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on an actual delivered presentation, not just the script or slides, catches issues in tone, pacing, and delivery that reading alone can't reveal.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asking for feedback too vaguely, which tends to produce unhelpful, generic praise.</a:t>
            </a:r>
            <a:endParaRPr lang="en-US" sz="2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K75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Project Timeline Created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visual timeline makes dependencies and deadlines far easier to track and communicate than a written schedule alone.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building the timeline once and never updating it as the project's actual schedule shifts.</a:t>
            </a:r>
            <a:endParaRPr lang="en-US" sz="2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K79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Portfolio Update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portfolio that isn't kept current quietly loses value over time, showing only outdated work rather than your most recent, strongest skills.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building a portfolio once and never revisiting it as your skills and work genuinely improve.</a:t>
            </a:r>
            <a:endParaRPr lang="en-US" sz="2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K87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Presentation Shared Online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Sharing work publicly, even modestly, builds visibility and can generate feedback or opportunities beyond the original intended audience.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sharing sensitive or private work publicly without checking whether it's actually appropriate to share.</a:t>
            </a:r>
            <a:endParaRPr lang="en-US" sz="2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K90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Showcase Event Participation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Showcase events provide real deadlines and genuine external feedback that private practice alone doesn't replicate, and often open networking opportunities.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skipping showcase opportunities out of nervousness, missing the real networking and feedback value they provide.</a:t>
            </a:r>
            <a:endParaRPr lang="en-US" sz="2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Tools &amp; Systems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FIRSTS</a:t>
            </a:r>
            <a:endParaRPr lang="en-US" sz="1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K14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Collaboration Tool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Nearly every modern team relies on digital collaboration tools, and fluency here removes friction from working with any team.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waiting until you're expected to use a tool professionally before ever trying it, rather than building familiarity in advance.</a:t>
            </a:r>
            <a:endParaRPr lang="en-US" sz="2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K15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Calendar/Time Management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reliable calendar system prevents missed deadlines and double-bookings, and frees mental energy from having to remember everything manually.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using the calendar inconsistently, entering some commitments but not others, which undermines trust in the system.</a:t>
            </a:r>
            <a:endParaRPr lang="en-US" sz="2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K20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Coding or Logic Exercise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 outside technical roles, basic logical and computational thinking increasingly shows up in everyday tools like spreadsheet formulas and automation.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assuming this skill is irrelevant outside technical roles, when basic logical thinking increasingly shows up in everyday tools.</a:t>
            </a:r>
            <a:endParaRPr lang="en-US" sz="2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K28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Tool Exploration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Being already familiar with field-relevant tools when you start a role removes a common early-career learning curve.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waiting to learn a field-relevant tool until a job requires it, rather than building familiarity proactively.</a:t>
            </a:r>
            <a:endParaRPr lang="en-US" sz="2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K40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Library Organized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organization, useful resources you've found or built tend to scatter across bookmarks, files, and memory, making them hard to actually reuse.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continuing to accumulate useful resources without ever organizing them, until finding anything becomes genuinely difficult.</a:t>
            </a:r>
            <a:endParaRPr lang="en-US" sz="2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K41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Management System Set 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disorganized file system wastes real time searching for documents and increases the risk of using an outdated version by mistake.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setting up a system once but not applying it consistently to new files going forward.</a:t>
            </a:r>
            <a:endParaRPr lang="en-US" sz="2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K47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Automation Attempted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 simple automation compounds significantly over repeated use, and knowing what's automatable is itself a valuable skill.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trying to automate something too complex for a first attempt, getting discouraged before completing a simpler win.</a:t>
            </a:r>
            <a:endParaRPr lang="en-US" sz="2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K48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Tool Integration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Many workflows span multiple tools; knowing how to connect them reduces manual re-entry and friction between systems.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assuming a manual workaround is just how things work, without checking whether an integration already exists.</a:t>
            </a:r>
            <a:endParaRPr lang="en-US" sz="2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K52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Time-Tracking System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people significantly misjudge how long tasks actually take; tracked data reveals the real numbers, which improves future estimates and planning.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tracking for too short a period to reveal a genuine, reliable pattern.</a:t>
            </a:r>
            <a:endParaRPr lang="en-US" sz="2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K54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Troubleshooting Exercise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problems are inevitable with any tool or system; a systematic troubleshooting approach solves them faster than random trial and error.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changing multiple variables at once when troubleshooting, which makes it impossible to know what actually fixed (or broke) the issue.</a:t>
            </a:r>
            <a:endParaRPr lang="en-US" sz="2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K61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Tool Certification Attempted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completed certification is concrete, verifiable evidence of a specific skill, and the process of earning it builds real proficiency.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choosing a certification that isn't actually relevant to your target field, just because it's available or well-known.</a:t>
            </a:r>
            <a:endParaRPr lang="en-US" sz="2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K68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Form/Template Created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forms are a common, low-effort way to collect structured information, and building one well is a distinct, useful skill.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defaulting to open-ended questions everywhere, which produces data that's much harder to analyze at scale.</a:t>
            </a:r>
            <a:endParaRPr lang="en-US" sz="2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K76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Resource Curation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Curating the best resources for a skill saves significant future time, both for yourself and anyone else you share the curated list with.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collecting resources without ever noting which were actually useful, producing an unfiltered link dump rather than a genuinely curated list.</a:t>
            </a:r>
            <a:endParaRPr lang="en-US" sz="2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K82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Multi-Tool Project Completed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projects rarely rely on just one tool; the ability to combine several fluently is a genuinely practical, common workplace skill.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not planning how information will move between tools in advance, causing awkward manual re-entry partway through.</a:t>
            </a:r>
            <a:endParaRPr lang="en-US" sz="2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&amp; Reflection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FIRSTS</a:t>
            </a:r>
            <a:endParaRPr lang="en-US" sz="16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Participation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Reviewing others' technical or hard-skill work sharpens your own critical eye and builds a valuable reciprocal feedback culture.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giving vague, general feedback not tied to specific, actionable examples.</a:t>
            </a:r>
            <a:endParaRPr lang="en-US" sz="2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K21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Speaking Practice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Presenting technical or hard-skill work aloud is a distinct challenge from presenting more general topics, and deserves its own deliberate practice.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assuming a technical audience needs less clarity effort than a general one, when in fact precision still matters.</a:t>
            </a:r>
            <a:endParaRPr lang="en-US" sz="20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K22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Exercise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Negotiation is a distinct, learnable skill relevant far beyond salary discussions, including resource allocation, deadlines, and project scope.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treating negotiation as purely adversarial, missing solutions that could genuinely serve both sides.</a:t>
            </a:r>
            <a:endParaRPr lang="en-US" sz="2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K24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Brainstorming Session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Unstructured brainstorming often produces fewer and lower-quality ideas than a deliberately structured session.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judging or discussing ideas during the generation phase, which suppresses the quantity and range of ideas produced.</a:t>
            </a:r>
            <a:endParaRPr lang="en-US" sz="2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K25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Collaboration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Cross-functional work requires translating between different disciplines' vocabularies and priorities, a distinct skill from working within your own field.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assuming your own discipline's priorities and vocabulary translate directly to a different function without adjustment.</a:t>
            </a:r>
            <a:endParaRPr lang="en-US" sz="20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K29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Integration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that isn't integrated is functionally wasted; genuinely applying it to improve real work is where the actual value lies.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fixing only the specific instance mentioned in feedback without addressing the underlying pattern it points to.</a:t>
            </a:r>
            <a:endParaRPr lang="en-US" sz="2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K30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Skill Reflection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turns a completed skill-building experience into genuine, retained insight rather than a vague memory of having done something.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writing only a generic “it went well” reflection without genuine specificity about what was learned or what remains challenging.</a:t>
            </a:r>
            <a:endParaRPr lang="en-US" sz="2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K49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on Hard Skill Growth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Looking across multiple individual reflections reveals genuine growth trajectories that any single reflection alone can't show.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reviewing reflections individually without ever looking across them together for a genuine pattern.</a:t>
            </a:r>
            <a:endParaRPr lang="en-US" sz="2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K55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Project Submission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Coordinating a final joint submission — ensuring consistency, catching gaps, meeting shared deadlines — is a distinct skill from completing individual work.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assuming individual sections will naturally combine into a coherent whole without a deliberate final review step.</a:t>
            </a:r>
            <a:endParaRPr lang="en-US" sz="2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K56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 of Technical Skills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honest baseline assessment focuses improvement efforts on genuine gaps, rather than scattering effort based on vague impression.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rating skills based on vague confidence rather than specific evidence from real recent work.</a:t>
            </a:r>
            <a:endParaRPr lang="en-US" sz="2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K60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Skill Development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specific, time-bound development plan turns scattered good intentions into a genuine, trackable growth trajectory.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setting a plan too broad or unfocused, trying to improve everything at once instead of prioritizing genuine gaps.</a:t>
            </a:r>
            <a:endParaRPr lang="en-US" sz="2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K77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Teaching Session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Teaching a concept to someone else is one of the most effective ways to deepen your own understanding and reveal any remaining gaps in it.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skipping teaching opportunities because they feel like they take more time than they're worth, missing the genuine learning value for yourself.</a:t>
            </a:r>
            <a:endParaRPr lang="en-US" sz="2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K78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on Tool Efficiency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every tool you adopt actually helps; periodic evaluation prevents accumulating tools that add complexity without genuine value.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continuing to use a tool out of habit without ever honestly evaluating whether it's actually still helping.</a:t>
            </a:r>
            <a:endParaRPr lang="en-US" sz="20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K80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Problem-Solving Journal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running journal of technical problems and solutions becomes an increasingly valuable personal reference, and reveals patterns in the types of problems you encounter.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solving problems without ever logging them, losing the cumulative value a running journal would provide.</a:t>
            </a:r>
            <a:endParaRPr lang="en-US" sz="2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K85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on Learning Gaps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progress depends on accurately identifying real gaps, not just continuing to practice skills you're already comfortable with.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only reflecting on comfortable, already-mastered skills rather than honestly confronting genuine struggle points.</a:t>
            </a:r>
            <a:endParaRPr lang="en-US" sz="2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K86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Client/Instructor Feedback Implementation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ability to take feedback from an authority figure or client and genuinely improve the work, rather than making superficial changes, is a core professional skill.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for: making a superficial fix that technically addresses the literal feedback without solving the underlying concern.</a:t>
            </a:r>
            <a:endParaRPr lang="en-US" sz="20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Seven, Complete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251960" y="379476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977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Ninety FIRSTS, one hard skill development plan.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98</Slides>
  <Notes>98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2026-09-10T00:54:21Z</dcterms:created>
  <dcterms:modified xsi:type="dcterms:W3CDTF">2026-09-10T00:54:21Z</dcterms:modified>
</cp:coreProperties>
</file>