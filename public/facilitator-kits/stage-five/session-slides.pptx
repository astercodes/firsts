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FIVE  ·  THINKING, REASONING &amp; MENTAL MODELS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Thinking, Reasoning &amp; Mental Models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Mental Models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G1–G8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use models, mostly unconsciously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a tool is step one to using it deliberately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small, useful set, not dozens at once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Cause-and-Effect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mechanism often stays invisible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stop at the first cause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is not causation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Breakdown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Overwhelm → sequence of achievable steps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matters as much as breaking down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the real difference between finishing and stalling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beats “whichever option I considered last”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 weights that favor a predetermined answer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criteria, chosen honestly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Symptoms fixed without root causes resurface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answer is often a symptom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diagnosis, not self-blame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Drill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claim rests on unstated assumptions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equal scrutiny to claims you like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makes it a reflex, not an occasional effort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Untested assumptions shape decisions constantly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experiments replace guessing with evidence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test can actually disprove your prediction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case, worst case, most likely — map all three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Worst-case-only breeds anxiety, not preparation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Most-likely is often the most useful, least exciting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Reasoning &amp; Reflection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G9–G15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Bias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has biases; few think their own reasoning is biased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a recurring bias makes it catchable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ongoing watch, not a one-time label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failures are often systemic symptoms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the symptom alone lets it resurface elsewhere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systems usually have more than one loop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Unintegrated feedback = no feedback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appears only once it changes your next action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Repeated feedback is a signal, not nagging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Easy-but-low-impact crowds out hard-but-high-impact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everything can be top priority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Urgency ≠ importance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about a model ≠ applying it under real conditions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reasoning out, don't just think it loosely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Ties together everything from Session 1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Drill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 point rarely tells you much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or four instances reveal a genuine pattern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overgeneralize from coincidence either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Decision-Making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reflection, mistakes repeat in isolation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 the decisions that went poorly, honestly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loop on the G category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Frameworks 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H16–H23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Thinking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for personal decisions, not just business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+ external factors, together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to the real decision, not generic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Precedent is efficient but can trap you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 assumptions down to what's truly required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same as just being contrarian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Thinking Drill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is often easier to see than success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that asymmetry deliberately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 the failure list into real prevention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looks reasonable evaluated alone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real next-best alternative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“Vs. doing nothing” understates the real cost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 and results are rarely evenly distributed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subset often drives most real results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pattern to investigate, not an exact ratio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Personal-scale skill → real team impact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team problems are systemic, not individual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default back to blaming people when it gets hard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Multi-step decisions overload working memory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 tree externalizes the structure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simplify, not overwhelm further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G8's scenario planning to real complexity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on the 2–3 variables driving real uncertainty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needs a clear, actionable plan per scenario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Frameworks II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H24–H30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&amp; SOPs Creation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alone accumulates small, repeated errors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checklist catches what memory misses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long to use defeats its own purpose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named method beats reinventing the dig each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G5 into a formal, repeatable process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whys is a guideline, not a rigid rule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→ observe → adjust, deliberately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it right first try is the exception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and review each cycle, or it's just repetition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Uneven comparisons (cost vs. gut feeling) are unreliable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explicit criteria, every option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G4's Decision Matrix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Combination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problems rarely fit one clean model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models can reveal what neither shows alone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Called for by the problem, not performed to impress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Hypothesis-Driven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plans on untested assumptions risk big waste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test first, extends G7 to higher stakes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“Obviously true” is exactly what's worth testing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near-term actions to the longer-term goal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capstone — combines prioritization, systems, scenarios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Revisit it; an outdated map still gets used anyway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Five,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mental model you'll keep using deliberately, named out loud.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2026-09-08T23:59:48Z</dcterms:created>
  <dcterms:modified xsi:type="dcterms:W3CDTF">2026-09-08T23:59:48Z</dcterms:modified>
</cp:coreProperties>
</file>