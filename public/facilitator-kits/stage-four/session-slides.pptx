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FOUR  ·  MINDSET, PRODUCTIVITY &amp; HABITS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Mindset, Productivity &amp; Habits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E1–E10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is a state you enter, not a trait you wait for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Posture cue + breath count + mental cue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now, before you feel ready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Productivity Ritual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ritual, the loudest demand wins your first hour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steps, set as tomorrow's first alarm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beats reactive, every time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Journal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Unwritten progress is easy to underestimate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win, one lesson, one piece of feedback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scattered experience into a real record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Drill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Rejection is guaranteed — recovery speed is the variable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questions, asked of any real setback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 next matters more than what happened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crowds out important by default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today's list into four quadrants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one important-not-urgent task this week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Learning Habit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compound slowly, easy to deprioritize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skill, 30 minutes, on tomorrow's calendar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and consistent beats big and rare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Micro-Skill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goals feel distant; small wins feel real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micro-skill this week, applied by Friday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progress builds real confidence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KPI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can feel like effort with no signal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numbers that mean something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invisible effort visible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Task-switching costs more time than it feels like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minutes, one task, phone out of reach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Busy and productive are not the same thing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Habit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surfaces rejection, waiting, comparison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specific things, right now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erase difficulty — balances it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Systems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E11–E20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Management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Unmanaged stress degrades decisions and performance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one technique for 10 minutes, now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practiced technique beats a panicked scramble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Partner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Intentions alone don't reliably become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specific person, one weekly check-in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them today, not “someday”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ideas evaporate within days, unlogged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takeaway from this week, written down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passive consumption into real retention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Stacking Routine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habits struggle to survive in isolation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“After I ___, I will ___”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 an existing habit's momentum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review, drift goes unnoticed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it now, one month out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monthly checkpoint, not a someday intention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scheduled by availability, not by energy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your level now, check again in 3 hours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 important work in your real peak hours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Visualization Exercise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goals generate little real motivation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minutes, vivid, specific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concrete details, written down after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Affirmation Practice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Hollow affirmations can backfire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one true, specific piece of evidence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“Best candidate for every job” convinces no one, least of all you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Networking/Skill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Comfort zones don't expand on their own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stretch goal, slightly past comfortable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now, this week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Tool-switching can itself become procrastination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 manager, one calendar, one notes app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dashboard, combining your KPIs and rituals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Edge / Standout Factor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F1–F5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Identical resumes are common; initiative isn't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Small, scoped, finishable in under a month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passion that's hard to fake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Volunteer/Impact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Reveals character in a way paid work can't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cause, one real organization, researched this week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has to come from you, not a requirement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Certification/Badge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resume claim is easy to write, hard to verify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relevant certification, signed up for today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Third-party proof closes the credibility gap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plan, earlier progress stays scattered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measurable goal each: skill, network, role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everything built so far toward what's next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 Post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thinking signals real engagement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genuine opinion, stated plainly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Gives contacts something specific to remember you by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Four,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system, one edge, both genuinely yours.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2026-09-08T13:33:01Z</dcterms:created>
  <dcterms:modified xsi:type="dcterms:W3CDTF">2026-09-08T13:33:01Z</dcterms:modified>
</cp:coreProperties>
</file>