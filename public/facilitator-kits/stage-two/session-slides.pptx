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37744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TWO  ·  PROFESSIONAL IDENTITY &amp; PERSONAL BRAND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FIRSTS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4251960" y="416052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 Identity &amp; Personal Brand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Professional Identity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B1–B6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10 seconds shape credibility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Rehearsed structure, not a memorized script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 it — timing and tone hide from you otherwise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Elevator Pitch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Opportunities appear in short, unplanned windows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Needs a natural close or ask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version for a recruiter, one for academia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Brand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sharp sentence beats five vague ones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Test: can someone else paraphrase it back?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Keeps your resume, LinkedIn, and conversations consistent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Communication Style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Style is judged faster than competence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Greeting → purpose → ask → closing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casual AND too stiff are both real risks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Confidence Mindset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Confidence is practiced, not innate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low-stakes rep this week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Sets up B26 and B27 later in this stage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Value Statement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“Hardworking” differentiates no one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bring / which helped / achieve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 it in one real, provable outcome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Brand Foundations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B7–B12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Brand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words you want associated with your name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reinforcing action per word, this month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strategy, not a passive drift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Brand Positioning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“I'm the [role] who focuses on [intersection]”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 narrow fades, too broad disappears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it on a genuine stranger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Reputation Awareness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Reputation forms whether you're watching or not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someone who'll actually be honest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Curiosity, not defensiveness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B10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Image Audit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judged before a word is spoken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universal standard — compare to your real field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 counts as much as appearance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Credibility Signals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or eroded in small moments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 deadlines beat vague promises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Overpromising damages more than never promising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B12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Boundaries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boundaries → known as overloadable, not valuable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Said well, boundaries build credibility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Closes the loop on Sections 1–2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Presence &amp; Online Identity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B13–B20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B13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Profile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Often the first place anyone looks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copy resume bullets verbatim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Finish one blank section, live, today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B14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Headline Strategy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most visible text on the platform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Role + specific focus + outcome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“Student at University” wastes the space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B15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Bio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sentences, third person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with your B3 brand statement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Needs a throughline, not a list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B16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Footprint Audit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employers search you first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Incognito search — what's actually indexed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recurring habit, not a one-time check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B17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Website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Signals initiative beyond LinkedIn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minimal: name, statement, contact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and finished beats elaborate and abandoned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B18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Portfolio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Shows, doesn't just claim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→ role → process → outcome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strong project beats five thin ones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B19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Headshot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Often the very first thing noticed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Natural window light solves most problems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a cropped group photo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B20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Branding Color &amp; Logo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Optional — creative/design/entrepreneurial paths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colors, one document, today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let this eat portfolio-building time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Communication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B21–B27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B21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Email Style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Subject line + purpose + ask + closing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written impression, often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Rewrite a real email you're sending this week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B22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Email Template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and consistency under time pressure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personalization or it reads as hollow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Builds directly on B21's structure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B23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Presence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Shapes reputation as much as output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Neither silent nor dominating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 one contribution point in advance</a:t>
            </a:r>
            <a:endParaRPr lang="en-US" sz="2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B24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Question-Asking Skill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questions remembered more than good answers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one that's easily Googled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 two before you walk in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B25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Listening Skill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people listen to respond, not understand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Paraphrase before adding your own point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Builds trust faster than almost anything else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Speaking Recording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underestimate your own filler words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playback is where learning happens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Record your B2 pitch, watch it once</a:t>
            </a:r>
            <a:endParaRPr lang="en-US" sz="2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B27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Introduction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Standard now for internships, remote roles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Good light, simple background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visibly reading a script</a:t>
            </a:r>
            <a:endParaRPr lang="en-US" sz="2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Visibility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B28–B34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B28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Thoughtful Social Media Presence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Sustainable beats ambitious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realistic weekly commitment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Recruiters look — visibility can actively help</a:t>
            </a:r>
            <a:endParaRPr lang="en-US" sz="2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B29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Post Engagement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 pressure than posting original content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“great post!” — be specific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5, comment thoughtfully on 1</a:t>
            </a:r>
            <a:endParaRPr lang="en-US" sz="2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B30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Content Share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Commentary beats a bare share every time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Shows critical engagement, not passive scrolling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genuine sentences on why it matters</a:t>
            </a:r>
            <a:endParaRPr lang="en-US" sz="2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B31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Blog/Article Post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Original writing beats sharing others'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specific lesson, not a broad topic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durable artifact for interviews later</a:t>
            </a:r>
            <a:endParaRPr lang="en-US" sz="2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B32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Thought Leadership Series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post shows skill; a series shows commitment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Realistic pacing over ambition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3–5 topics connected to your first piece</a:t>
            </a:r>
            <a:endParaRPr lang="en-US" sz="2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B33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Trend Report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Proactive awareness beyond coursework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Genuine analysis, not just a summary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credible sources, minimum</a:t>
            </a:r>
            <a:endParaRPr lang="en-US" sz="2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B34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Conversation Starter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generic small talk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Tied to the specific event or attendees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Turns visibility into real connection</a:t>
            </a:r>
            <a:endParaRPr lang="en-US" sz="2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A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Materials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4160520"/>
            <a:ext cx="2743200" cy="0"/>
          </a:xfrm>
          <a:prstGeom prst="line">
            <a:avLst/>
          </a:prstGeom>
          <a:noFill/>
          <a:ln w="38100">
            <a:solidFill>
              <a:srgbClr val="E257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297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FIRSTS B35–B40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B35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That Stands 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Skimmed for 6–10 seconds — clarity wins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Quantified achievements, not duties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Tailor to the specific listing's keywords</a:t>
            </a:r>
            <a:endParaRPr lang="en-US" sz="2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B36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Letter That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Tells a story a bullet list can't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specific company detail, not a template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opening line is the highest-leverage sentence</a:t>
            </a:r>
            <a:endParaRPr lang="en-US" sz="2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B37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Card / Email Signature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Makes you easy to remember and reach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 beats cluttered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 it up live, right now</a:t>
            </a:r>
            <a:endParaRPr lang="en-US" sz="2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B38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Portfolio/Project Showcase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Speaking it is a distinct skill from writing it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minutes, no notes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in — don't just monologue</a:t>
            </a:r>
            <a:endParaRPr lang="en-US" sz="2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B39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Portfolio Review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You're blind to your own weak spots by now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one specific question, not “any thoughts?”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 up to show you applied it</a:t>
            </a:r>
            <a:endParaRPr lang="en-US" sz="2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25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B40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4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Presence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0"/>
          </a:xfrm>
          <a:prstGeom prst="line">
            <a:avLst/>
          </a:prstGeom>
          <a:noFill/>
          <a:ln w="19050">
            <a:solidFill>
              <a:srgbClr val="E8A41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10058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capstone — every platform, side by side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Inconsistency reads as not-put-together</a:t>
            </a:r>
            <a:endParaRPr lang="en-US" sz="2200" dirty="0"/>
          </a:p>
          <a:p>
            <a:pPr marL="342900" indent="-342900">
              <a:spcAft>
                <a:spcPts val="1800"/>
              </a:spcAft>
              <a:buSzPct val="100000"/>
              <a:buChar char="●"/>
            </a:pPr>
            <a:r>
              <a:rPr lang="en-US" sz="2200" dirty="0">
                <a:solidFill>
                  <a:srgbClr val="231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recurring check, not a one-time task</a:t>
            </a:r>
            <a:endParaRPr lang="en-US" sz="2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31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Two, Complete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251960" y="3794760"/>
            <a:ext cx="3657600" cy="0"/>
          </a:xfrm>
          <a:prstGeom prst="line">
            <a:avLst/>
          </a:prstGeom>
          <a:noFill/>
          <a:ln w="25400">
            <a:solidFill>
              <a:srgbClr val="E257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9776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D9D2C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inconsistency found and fixed, named out loud.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2026-09-05T23:28:32Z</dcterms:created>
  <dcterms:modified xsi:type="dcterms:W3CDTF">2026-09-05T23:28:32Z</dcterms:modified>
</cp:coreProperties>
</file>