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TEN  ·  RELATIONSHIPS &amp; CONNECTIONS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 &amp; Connections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Friendships &amp; Peer Connections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N1–N10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Friendship Formed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Proximity ≠ genuine friendship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takes deliberate investment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for the whole section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 Exchange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One-directional friendships feel unbalanced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offers beat vague ones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reciprocity sustains real health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Fun/Relaxation Activity with Friends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everything can be transactional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Often the first thing cut when busy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 fun is genuinely sustainable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with a Friend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Avoided conflict often damages more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friendships can deepen through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Respectful and direct, not avoidant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Appreciation Note to a Friend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beats generic, every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Reinforces what actually made it valuable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action, real relational impact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on Friendship Qualities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Convenience ≠ genuine compatibility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all friendships share the same qualities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N7–N10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through Friendships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friends access your network too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intros work, vague ones don't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real goodwill, both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Study Session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produce deeper understanding than solo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prevents social drift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Strengthens the relationship too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Trust-Building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deepens through genuine vulnerability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Surface-level friendships plateau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Timing and fit genuinely matter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Celebration or Milestone Recognition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milestones strengthen group bonds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Often passes unacknowledged by default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need to be elaborate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Partners &amp; Teamwork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N11–N20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Partner Identified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partner changes everything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 beats convenient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for the whole section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Delegation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Uneven, implicit delegation breeds resentment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 it openly, from the start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 prevents the most common team friction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Goal Alignment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shared brief ≠ shared interpretation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explicitly, don't assume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Costly, avoidable problem otherwise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Problem-Solving Session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perspectives beat one, done right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 the other's reasoning first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prevents one voice dominating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Exchange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Ongoing beats end-of-project only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issues while still fixable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it into the workflow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Partner Agreement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Vague intentions don't work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frequency, specific format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N12's delegation into a real structure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Reflection &amp; Debrief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reflection alone misses patterns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collective discussion, not a status update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Worth scheduling deliberately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Mediation in a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Unaddressed conflict festers, affects output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 resolution protects both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Simmering makes it harder later, not easier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of Team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rushing straight to the next task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recognition, not generic praise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real cohesion and motivation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or Facilitation Role in a Group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default to contributor forever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skills essential for advancement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section — lead, don't just contribute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&amp; Professional Connections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N21–N30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Identified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fit beats prestige or title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willingness to invest matters most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for N22–N24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Meeting Scheduled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Identification alone doesn't build a relationship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requests beat vague, open ones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the first step yourself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Thoughtful Question to a Mentor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quality drives conversation value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Tailored beats generic, every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Determines how valuable N22 turns out to be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with Mentor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 fade without follow-up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one conversation into an ongoing one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direct mentor arc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Networking Circle Formed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Broader than one partner, still genuinely intimate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prevents drift into purely social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Mutual investment matters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Contact Made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Compounds significantly over a career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purely transactional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engagement, not just “what can I get”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Chat with a Professional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stakes than a formal interview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the actual advantage — use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more genuine relationships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Collaboration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purpose builds authentic connection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genuine than pure networking events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purpose is the point, not the contacts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Recommendation Given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Give, not just seek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Specific, genuine knowledge required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Makes a network mutually beneficial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on Relationship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across friendships, teams, and mentors together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Honest, even where it's uncomfortable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ongoing practice, not a finished checklist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Ten,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relationship, named out loud, that you're committing to invest in further.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2026-09-12T17:27:37Z</dcterms:created>
  <dcterms:modified xsi:type="dcterms:W3CDTF">2026-09-12T17:27:37Z</dcterms:modified>
</cp:coreProperties>
</file>