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NINE  ·  ENGLISH VOCABULARY FIRST SET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Vocabulary First Set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Vocabulary Building Blocks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M1–M10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Professional Adjectives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5 at a time, not all 20 at once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real sentence beats a memorized definition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Replaces “hardworking” on repeat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Action Verbs for Resumes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verb beats “was responsible for”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be accurate, not just impressive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 directly into Stage Two's resume work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Transition 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the logical relationship, not just “and”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transition actively confuses a reader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 before you use: cause? contrast? addition?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Academic Phrases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Signposts where a reader is in your argument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Overuse sounds stiff, not smart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paragraph must follow through on the structure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Workplace Phrases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Everyday connective tissue of work email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Rigid overuse sounds like a template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Notice which you already use unconsciously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Presentation 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Replaces vague filler with precise structure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Filler is often invisible to the speaker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 directly into Section 4 later this stage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Networking 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value, not transactional small talk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out loud — delivery matters as much as words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 directly into Section 5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Polite Expressions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repertoire beats one overused phrase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 to context — not maximum formality always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Stacking politeness reads as insincere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Academic/Business Idioms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Comprehension alone is a valid, sufficient goal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judiciously in cross-cultural settings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Literal words rarely explain the real meaning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Reflection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genuinely personal sentences, not textbook ones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Converts passive recognition into real fluency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retention across all of Section 1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&amp; Documentation Vocabulary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M11–M15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Email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Clarity and politeness can trade off — balance both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bury the actual point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on a real, recent email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Memo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scaffolding of formal business writing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label must match the content underneath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 Stage Fourteen and Fifteen's report work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Agenda/Minutes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vs. action item vs. open discussion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talked about” is genuinely too vague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action item needs a named owner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Decisions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final, or still tentative? Be unambiguous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wording gap causes real team friction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High-leverage vocabulary — take it seriously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certainty language to actual evidence strength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“Proves” vs. “suggests” vs. “indicates”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Overstating undermines credibility once checked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&amp; Verbal Communication Vocabulary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M16–M25, M38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Meeting/Call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and exit a live conversation naturally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wait for perfect silence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out loud — this doesn't transfer from reading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Persuasion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Advocate without sounding weak or adversarial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Persuasion vs. manipulation is about intent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 Stage Fifteen's negotiation work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reasonable ask doesn't need extensive apology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Follow-up is where relationships quietly stall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 and direct beats over-justified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 choice carries as much weight as tone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Over-softening can bury the actual point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Precision, not bluntness, achieves real clarity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After Networking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real detail beats a generic template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Timing matters as much as wording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M22 into a networking-specific context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Question-Asking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Open-ended in structure, not just easily one-word-answered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conversation needs genuinely open questions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 Stage Two and Stage Three's interview work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&amp; Responding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Makes active listening visible to the other person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 alone don't work without an accurate paraphrase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 Stage Two's Professional Listening Skill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M38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Constructive Feedback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higher-stakes, more sensitive conversations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phrasing doesn't carry enough weight here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section at real difficulty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Persuasion Vocabulary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M26–M31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Introduction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 opening sets the tone for everything after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Nerves are highest exactly when improvising is riskiest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 Stage Two's Introduction and Pitch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Presentations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Verbal signposting, not just slide transitions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Especially vital for longer, complex talks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verbal structure to visual structure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Emphasizing Key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Emphasizing everything emphasizes nothing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one or two points, genuinely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Pause to let emphasis actually land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Engagement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pause matters as much as the question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incorporation, not performative asking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one-way delivery into real exchange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Handling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bluff an answer you don't have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Graceful acknowledgment plus a real follow-up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Composure under genuine surprise is the real test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M31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Persuasive Speaking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strong case still needs an explicit ask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Comprehension is not the same as action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section — mirrors Stage Two's Pitch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Self-Presentation &amp; Networking Vocabulary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M19–M21, M32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Greeting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the tone for the whole interaction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 to context and relationship stage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universal default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Self-Introduction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 out “I guess,” “sort of,” “maybe”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Hedging undercuts even strong content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Confident, not arrogant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entry point to deeper conversation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rush through it as a chore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Genuine, low-pressure rapport-building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M32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Expression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 communication, not over- or under-formal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section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Stakes should match the register you choose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&amp; Growth Vocabulary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M33–M37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M33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Articulating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Vague complaints give a team nothing to act 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Specificity is the test: can someone actually help?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necessary first step toward solving anything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M34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Proposing Solutions &amp; Alternatives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option can feel closed to real input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alternatives move a conversation forward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M33 into real forward motion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M35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Pros and Cons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a real con for your own preferred option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Avoids defaulting to whatever was said first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 Stage Fifteen's Cost-Benefit Analysis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M36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&amp; Ideation Vocabulary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Idea-building language, not idea-evaluating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“That won't work because” shuts down flow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Feeds Stage Eight and Thirteen's brainstorming work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M37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Reflecting on Personal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growth language with a specific example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example carries the claim's weight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entire stage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Nine,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word or phrase you know you'll actually keep using.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2026-09-11T11:33:29Z</dcterms:created>
  <dcterms:modified xsi:type="dcterms:W3CDTF">2026-09-11T11:33:29Z</dcterms:modified>
</cp:coreProperties>
</file>