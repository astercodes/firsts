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E8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FOURTEEN  ·  PROJECT MANAGEMENT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0"/>
            <a:ext cx="11247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FIRSTS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4251960" y="4160520"/>
            <a:ext cx="3657600" cy="0"/>
          </a:xfrm>
          <a:prstGeom prst="line">
            <a:avLst/>
          </a:prstGeom>
          <a:noFill/>
          <a:ln w="25400">
            <a:solidFill>
              <a:srgbClr val="E25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3434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Management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651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8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Planning Foundations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4160520"/>
            <a:ext cx="2743200" cy="0"/>
          </a:xfrm>
          <a:prstGeom prst="line">
            <a:avLst/>
          </a:prstGeom>
          <a:noFill/>
          <a:ln w="38100">
            <a:solidFill>
              <a:srgbClr val="E25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FIRSTS R1–R10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 Awareness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phases: initiate, plan, execute, monitor, close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Closure is easy to skip — don't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 for the whole stage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Initiation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Purpose, outcome, why it matters, stakeholders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Skipping this to save time rarely saves time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Confirm before real work begins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Scope Defined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scope AND explicitly out of scope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Undefined scope invites scope creep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boundary you'll protect later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Requirements Gathered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stated request ≠ the real need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Probe past the first answer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Technically complete ≠ actually useful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Deliverables Defined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Vague deliverables can't be checked off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 every requirement to something tangible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Sets up genuine closure later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 Created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Milestones and dependencies, not just tasks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shared, explicit sequence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Catches conflicts before they happen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Work Breakdown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 large to assign = too vague to track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Break it down to genuinely manageable pieces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link between planning and real delegation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R8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Resource Plan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Confirm availability, don't assume it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Gaps discovered mid-project cause real delays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People, tools, budget, materials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Risk Register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Proactive beats reactive, every time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living document, not a kickoff formality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risk needs a real mitigation plan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R10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Dependency 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blocked, waiting on what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Implicit dependencies get missed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Closes the planning section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651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8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Execution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4160520"/>
            <a:ext cx="2743200" cy="0"/>
          </a:xfrm>
          <a:prstGeom prst="line">
            <a:avLst/>
          </a:prstGeom>
          <a:noFill/>
          <a:ln w="38100">
            <a:solidFill>
              <a:srgbClr val="E25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FIRSTS R11–R20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R11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Stakeholder 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Influence and interest, not just involvement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Missed stakeholders surface late, painfully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 for real communication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R12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Communication Plan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Tailor frequency and detail to real need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One-size-fits-all under- and over-informs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directly on the stakeholder map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R13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Status Report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format, every time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Lets stakeholders track real trends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recurring habit, not a one-off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R14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Milestone Achieved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date arriving ≠ the criteria being met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Confirm explicitly, don't assume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Prevents false progress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R15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Change Request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Formal evaluation, not silent absorption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Protects the scope from R3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 real impact before approving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R16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Issue Log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already happened, tracked to resolution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Scattered messages let issues vanish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Distinct from the risk register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R17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Risk Mitigation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plan on paper isn't protection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Actually execute the mitigation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Turns R9 from documentation into action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R18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Budget Created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 real spending, not just an estimate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Catch overruns while they're still fixable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Extends the resource plan from R8</a:t>
            </a:r>
            <a:endParaRPr lang="en-US" sz="2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R19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Schedule Updated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outdated schedule is fiction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Update honestly, even when it's uncomfortable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Confusion costs more than the admission</a:t>
            </a:r>
            <a:endParaRPr lang="en-US" sz="2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R20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 Tool Used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system, not five disconnected documents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Consolidates everything from R1–R19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Closes the execution section</a:t>
            </a:r>
            <a:endParaRPr lang="en-US" sz="2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651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8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Methodologies &amp; Closing Out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4160520"/>
            <a:ext cx="2743200" cy="0"/>
          </a:xfrm>
          <a:prstGeom prst="line">
            <a:avLst/>
          </a:prstGeom>
          <a:noFill/>
          <a:ln w="38100">
            <a:solidFill>
              <a:srgbClr val="E25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FIRSTS R21–R30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R21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Project Experience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Iterative, not fixed and sequential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Complements traditional planning, doesn't replace it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 based on real feedback</a:t>
            </a:r>
            <a:endParaRPr lang="en-US" sz="2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R22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Experience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ceremony has a distinct real purpose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just “more meetings”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specific, widely used Agile framework</a:t>
            </a:r>
            <a:endParaRPr lang="en-US" sz="2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R23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Continuous flow for unpredictable work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Genuinely different from Scrum, not lesser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 the method to the actual work</a:t>
            </a:r>
            <a:endParaRPr lang="en-US" sz="2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R24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Progress Review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Honest, not optimistic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Catch small delays before they compound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Confront reality, don't gloss over it</a:t>
            </a:r>
            <a:endParaRPr lang="en-US" sz="2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R25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Escalation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Neither avoided nor vague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specific, clear ask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normal, responsible action, not a failure</a:t>
            </a:r>
            <a:endParaRPr lang="en-US" sz="2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R26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Recovery Plan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Address the root cause, not just push harder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Pushing harder on a broken plan rarely works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Genuine diagnostic thinking</a:t>
            </a:r>
            <a:endParaRPr lang="en-US" sz="2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R27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Handoff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Context, not just the final deliverable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Enables real, intelligent maintenance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Extends the Stage Thirteen handoff practice</a:t>
            </a:r>
            <a:endParaRPr lang="en-US" sz="2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R28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Closure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Formal, confirmed, not a quiet fade-out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Verifies the deliverables from R5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Loose ends left unaddressed otherwise</a:t>
            </a:r>
            <a:endParaRPr lang="en-US" sz="2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R29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Lessons Learned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Specific and actionable, not “communicate better”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Otherwise relearned the hard way next time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it down, actually use it later</a:t>
            </a:r>
            <a:endParaRPr lang="en-US" sz="2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R30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Project Managed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project, full lifecycle, independently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Proves the accumulated skill of this stage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real capstone, not a single-FIRST checkbox</a:t>
            </a:r>
            <a:endParaRPr lang="en-US" sz="2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0"/>
            <a:ext cx="11247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Fourteen, Complete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251960" y="3794760"/>
            <a:ext cx="3657600" cy="0"/>
          </a:xfrm>
          <a:prstGeom prst="line">
            <a:avLst/>
          </a:prstGeom>
          <a:noFill/>
          <a:ln w="25400">
            <a:solidFill>
              <a:srgbClr val="E2571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9776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real project, named out loud, you'll manage end-to-end.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2026-09-17T03:01:56Z</dcterms:created>
  <dcterms:modified xsi:type="dcterms:W3CDTF">2026-09-17T03:01:56Z</dcterms:modified>
</cp:coreProperties>
</file>