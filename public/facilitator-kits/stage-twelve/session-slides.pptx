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TWELVE  ·  LEADERSHIP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P1–P10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through trust, not granted by title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 ≠ genuine leadership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stage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Style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and blind spots, both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Self-perception alone often misses the blind spots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it against how others experience you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Responsibility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ownership, not just effort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Accountable even when it doesn't go perfectly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before anyone trusts you with more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 and responsibility aren't enough alone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experience only comes from actually holding 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to feel fully ready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a meeting is a distinct, learnable skill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unused agenda helps no 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close with explicit next steps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Goal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without a clear goal drifts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assume it's obvious from context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everyone can restate it themselves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Communicated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vision motivates; a task list just directs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vs. genuine engagement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why it matters, not just what to do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Delegation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fit beats convenience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Develops people, not just distributes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always default to who's already comfortable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System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Commitments quietly slip without tracking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alone isn't enough — review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visibility into what's on track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Decision 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beyond your own individual choices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often costs more than an imperfect call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 the reasoning, not just the decision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&amp; Developing People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P11–P20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Decision 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decisions don't build real judgment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pretend a hard call was obvious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is where leadership actually develops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Communication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expectations breed real friction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 once ≠ understood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explicitly, every time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Motivation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single speech at kickoff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 attention through the hard stretches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action beats generic encouragement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Mentored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doing the work yourself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Multiplies impact by building real capability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sustained relationship, not one conversation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Coached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not answers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genuine independent problem-solving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 the urge to just tell them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Feedback Given as a Leader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Carries particular weight from a leader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soft loses the point; too blunt discourages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 and motivation, both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Feedback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Avoidance usually makes it worse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Erodes trust in your leadership over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specifically what you'll say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Handled as a Leader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optional — a core responsibility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Unresolved conflict undermines real delivery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Hoping it resolves itself rarely works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evaluation lets you course-correct early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until the end leaves no time to fix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against the real, original goal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judgment is being evaluated too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Excessive hedging undermines confidence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recommendation clearly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Reflective Leadership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P21–P30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Leadership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disciplines, different vocabularies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 it like your own function misses the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translation is the actual skill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Without Authority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real influence has no formal power behind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Demands and pressure backfire without authority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requests around a shared goal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Influence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pitch for everyone rarely works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what each stakeholder actually cares about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 the framing, not just the delivery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Leadership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and direction shape the team's own response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Freezing or panicking both spread the wrong signal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show up matters as much as what you decide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Under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Sustained pressure tests differently than one crisis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 can erode slowly, not just snap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Composure over the long stretch, not just the moment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Leadership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tasks well isn't the same as strategic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Risk: leading efficiently toward the wrong destination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back and connect the dots regularly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Feedback Received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hesitate to critique authority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isn't the same as things going well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Actively, genuinely seek it out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Mistake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leader makes real mistakes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comes from honest analysis, not deflection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your specific role in what happened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Philosophy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over reacting to mood or circumstance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real experience, not aspiration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to three sentences, genuinely yours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growth into a genuine, trackable practice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priorities, genuinely pursued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stage — into real next steps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Twelve,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milestone, named out loud, from your development plan.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2026-09-13T03:35:48Z</dcterms:created>
  <dcterms:modified xsi:type="dcterms:W3CDTF">2026-09-13T03:35:48Z</dcterms:modified>
</cp:coreProperties>
</file>