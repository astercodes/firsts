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THIRTEEN  ·  TEAMWORK &amp; COLLABORATION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Teamwork &amp; Collaboration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Foundations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Q1–Q10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 beats default, every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Proximity ≠ genuine shared objective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for the whole section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Goal Alignment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shared brief ≠ shared interpretation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explicitly, don't assume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costly, entirely avoidable problem otherwise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Defined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Unclear roles → duplication or real gaps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Knowing your own role isn't enough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exercise, high leverage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Working Agreement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Mismatched expectations breed friction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norms, not assumed ones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Cheaper to set now than fix mid-project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Planning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together beats handed down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realistic, more genuinely owned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Presenting for approval misses real input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Brainstorming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beats unstructured discussion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generation from judgment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genuinely learnable skill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Decision-Making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Silence ≠ agreement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buy-in actively, especially quieter voices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Stronger commitment to actually executing it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Task Delegation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 and fairness, not who spoke first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Prevents uneven workload at scale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Scales Q3's clarity into real assignment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Accountability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Visible, not just a leader's job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Peer-shared systems catch slipping commitments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Q4 into an operational tool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Check-In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Lightweight beats full meeting, every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small obstacles before they grow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section into a sustainable rhythm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 in Practice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Q11–Q20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Problem-Solving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Collective often beats individual, done right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prevents one voice dominating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Scales Q7's shared decisions further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Documentation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owner → documentation goes stale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ownership keeps it current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Q9's accountability directly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Digital Workspace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 adoption recreates the original problem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the whole team actually uses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adoption check, not just tool selection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translation, not assumed shared vocabulary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skill built through sustained experience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of three FIRSTS on real difference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Multicultural Team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Diverse perspectives are a genuine strength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default style isn't culturally neutral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Requires real awareness, not assumption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Team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Informal cues are mostly lost remotely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deliberate communication required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Q14–Q16 arc on genuine difference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Collaboration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Genuinely different from real-time 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Self-contained writing, not “ask me later”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Breaks down without that discipline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Handoff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brief verbal summary isn't enough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only becomes visible once someone picks it up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High-leverage skill beyond this stage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Within a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issues earlier than leader-only review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a shared standard of quality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Specific, actionable, not vague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Feedback Session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Proactive, not just reactive to problems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a genuine culture of improvement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Scales Q19 into a full team practice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Difficulty &amp; Closing Out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Q21–Q30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Conflict Resolution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only a designated leader's job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team member can add real value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Peer-level counterpart to Stage Twelve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Teammate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specific behavior, not the whole person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Professionalism despite genuine friction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distinct, valuable skill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Consensus Exercise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majority vote ≠ genuine consensus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Unaddressed dissent can undermine execution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Harder, but stronger follow-through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Compromise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every disagreement reaches consensus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Genuine, not forced or one-sided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Keeps the team moving forward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Recognition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moment, not just at the end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beats generic praise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real, ongoing morale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Celebration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milestones build shared memory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to skip in the rush to the next task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need to be elaborate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Retrospective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Honest, not just what went well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experience into real, future learning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Q29's lesson-learned document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Collective, not leader-only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ownership of both wins and shortfalls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counterpart to Stage Twelve's review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Lesson-Learned Document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fades; documents don't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Specific, actionable, not vague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Extends Q27 into lasting use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High-Performing Team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Deliberate, not accidental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 practices, don't apply them in isolation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entire stage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Thirteen,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team practice, named out loud, that you're committing to keep using.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2026-09-16T12:06:13Z</dcterms:created>
  <dcterms:modified xsi:type="dcterms:W3CDTF">2026-09-16T12:06:13Z</dcterms:modified>
</cp:coreProperties>
</file>