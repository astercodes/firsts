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SIX  ·  COMMUNICATION: SPEAKING, READING &amp; WRITING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Communication: Speaking, Reading &amp; Writing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Communication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FIRSTS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COMMUNICATION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 beats completeness — state the ask early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Draft, then edit separately — never the same sitting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message needs one specific, actionable purpose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Reports &amp; Proposals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 Professional Email · I15 Persuasive Email · I46 Email to Recruiter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I8 Report Drafted → I9 Edited for Clarity (separate sittings)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I18 Business Proposal · I62 Executive Summary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 &amp; Templates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I2 Agenda Prepared · I19 Minutes Documented · I24 Summary After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I39 Email Etiquette Audit — review your own real patterns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I65 Templates Library — speed without losing personalization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&amp; Presentation Skills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FIRSTS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&amp; PRESENTATION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 loosely, deliver live — word-for-word scripts sound stiff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Recording + playback is where the real learning happens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Persuasive presentations lead with the ask, not build to it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&amp; Recording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I3 Script Written → I4 Delivered → I5 Recorded &amp; Reviewed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I11 Elevator Pitch Practiced → I57 Refined later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I21 Voice Recording Review — tone, pace, clarity specifically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&amp; Group Formats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I23 Debate · I28 Group Presentation · I29 Impromptu Drill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I31 Persuasive Presentation · I51 Non-Expert Audience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I63 Peer Learning Circle · I66 Read-Aloud Exercise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Listening, Reading &amp; Comprehension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FIRSTS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LISTENING &amp; READING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listen to respond, not to understand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Skimming and deep reading are distinct, learnable skills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 immediately — delay turns recall into reconstruction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I6 Active Listening Drill · I55 Listening &amp; Summarization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I14 Reading Summary · I27 Comprehension Challenge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I26 Podcast/Video Commentary · I49 Speed &amp; Comprehension Drill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Habit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I35 Reading List for Career Growth — real recommendations, not roundups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I47 Reflective Reading Journal — reaction, not just summary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 &amp; Networking Communication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 FIRSTS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INTERPERSONAL &amp; NETWORKING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Sustained exchange matters more than a strong opener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Avoided conflict resurfaces worse later, not less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Facilitation means creating space, not just managing volume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I12 Networking Conversation · I32 Memorable Introduction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I41 Chat with Senior · I42 Conflict Resolution Conversation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I13 Mock Interview — delivery, not just content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&amp; Public Settings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I16 Discussion Facilitation · I45 Meeting Facilitation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I17 Cross-Cultural Communication Exercise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I64 Scenario Drill · I69 Public Forum Participation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Feedback, Reflection &amp; Self-Assessment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 FIRSTS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REFLECTION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you receive feedback shapes whether you get honest input again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Avoiding giving feedback deprives your peer of real value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Self-assessment alone has blind spots — outside perspective fills them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&amp; Receiving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I7 Feedback Response · I25 Feedback Given · I54 Peer Review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I67 Communication Reflection with Mentor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 on Growth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I36 Communication Self-Assessment — evidence, not vague impressions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I40 Reflection on Public Speaking Anxiety — specific triggers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I60 Reflective Speaking Log · I70 Reflection on Persuasion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Systems &amp; Tools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FIRSTS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&amp; TOOLS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Vague intentions to “communicate better” rarely improve anything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Specific, documented, measurable goals actually move the needle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session closes the loop on everything from this stage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&amp; Tracking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I34 Documented Communication Goals · I68 Weekly Challenge Goal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I59 Communication Metrics Tracking — a few metrics, sustainably</a:t>
            </a:r>
            <a:endParaRPr lang="en-US" sz="2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FIRSTS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I43 Visual Communication · I58 Storyboard Creation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I52 Active Note-Taking System · I56 Communication Flow Mapping</a:t>
            </a:r>
            <a:endParaRPr lang="en-US" sz="21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1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I61 Interview Question Bank Created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Six,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communication habit that's already changed, named out loud.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2026-09-09T12:08:25Z</dcterms:created>
  <dcterms:modified xsi:type="dcterms:W3CDTF">2026-09-09T12:08:25Z</dcterms:modified>
</cp:coreProperties>
</file>