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ELEVEN  ·  TOOLS &amp; TECHNOLOGY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Productivity &amp; Office Tools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O1–O10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Ecosystem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people's tool knowledge = office software only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categories mean missed opportunities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the whole stage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Tool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integration, not just installation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 beats chasing the “perfect” tool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O1 into real, committed practice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the default in many workplaces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Familiarity with one tool ≠ fluency in another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one real, specific gap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“lesser Office” — genuinely different strengths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collaboration features are distinct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Fluency in both removes friction anywhere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Tool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of the most broadly useful tools, period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fluency leaves real capability on the table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genuine skill unlock, not just a feature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Tool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Fluency, not design taste, drives efficiency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manually reformatting every slide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feature, not just the workaround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Platform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infrastructure of modern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use only the basics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habit change, real ongoing benefit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Tool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Increasingly standard across teams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Concepts transfer across specific tools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without maintenance = wasted setup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Tool Mastery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≠ usable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Elaborate structure can defeat its own purpose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usability is the actual goal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Note-Taking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consistent system beats scattered ones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Fragmentation is the real enemy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Section 1 into one integrated practice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Systems &amp; Technical Foundations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O11–O20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Management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tracking isn't genuinely reliable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adoption is what builds real trust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O12 and O13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unreliability risk as a partial calendar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is only half the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review is the real skill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Protects against loss, enables any-device access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 use recreates the exact risk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full-adoption arc (O11–O13)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File-Sharing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 permissions by default = real risk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and security aren't in tension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Deliberate, not just convenient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tools already have this built in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usually awareness, not access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O16's deeper Git exposure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Exposure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for engineers anymore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literacy, not deep expertise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 action beats reading about it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Exploration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Reshaping work across nearly every field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replacement, not a dismissal — genuine use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beats just knowing it exists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Productivity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value comes from a consistent workflow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review and revise the output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O17 into sustained practice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Spreadsheet charts have real limits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increasingly central to most roles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exposure, not comprehensive mastery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Tool Exposure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Underlies most business systems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a technical-role concept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technical-foundations arc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Tools, Automation &amp; Optimization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O21–O30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Tool Exposure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to sales, marketing, customer-facing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underlying concept applies broadly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exposure, not sales training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Tool Exploration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Recognizing what's automatable is its own skill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for obviously technical tasks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O23's real implementation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Completing it proves the concept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across multiple real runs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failure is worse than no automation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Between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workflows rarely live in one tool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Reduces manual re-entry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verify it actually syncs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First-encountered ≠ best-fit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Genuine, structured comparison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O26's real commitment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alone creates no value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loop from evaluation to action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Commit, implement, stop second-guessing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Troubleshooting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Prevents small issues becoming blockers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Reduces unnecessary IT dependence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systematic, patient approach, not expertise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Security Tool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“It won't happen to me” is the actual risk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practices meaningfully reduce risk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 gap closed, not total expertise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Software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coherent stack beats piecemeal accumulation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 point of the entire stage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both gaps and redundancies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Efficiency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tool earns its place forever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 and sunk cost are the real obstacles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periodic practice, not a one-time event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Eleven,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tool you're genuinely dropping, named out loud.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2026-09-12T22:57:58Z</dcterms:created>
  <dcterms:modified xsi:type="dcterms:W3CDTF">2026-09-12T22:57:58Z</dcterms:modified>
</cp:coreProperties>
</file>