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notesMasterIdLst>
    <p:notesMasterId r:id="rId6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EIGHT  ·  SOFT SKILLS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FIRSTS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4251960" y="4160520"/>
            <a:ext cx="3657600" cy="0"/>
          </a:xfrm>
          <a:prstGeom prst="line">
            <a:avLst/>
          </a:prstGeom>
          <a:noFill/>
          <a:ln w="254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 Skills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&amp; Listening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FIRSTS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Listening Exercise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people listen to reply, not understand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Genuine understanding builds far stronger trust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foundation for this whole section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Assertive Communication Practice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passive, not aggressive — the middle path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practiced skill, not a personality trait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 over-apologizing before the actual ask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L30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Style Awareness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default style, only partially seen by you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Self-perception ≠ actual impact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it against how others really experience you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L36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Without Interrupting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 well-meant interruptions damage trust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Genuinely harder than it sounds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 it — most people underestimate their own habit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L37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Language Awareness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Non-verbal cues often carry more than words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Awareness, not constant self-monitoring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Overcorrecting has its own cost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L39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Inclusive Communication Practice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Groups default to the loudest voices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Silence isn't agreement — it's often unasked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concrete, practicable habit, not just a value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L40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Empathetic Response Exercise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instinct: jump straight to solutions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often needed first: feeling understood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Acknowledge before you advise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L49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for Understanding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Summarizing forces genuine processing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Closes the loop on this whole section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Feels slow under pressure — worth it anyway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Intelligence &amp; Self-Awareness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FIRSTS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 Reflection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Empathy isn't always automatic mid-disagreement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 after, to build the habit for next time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foundation for this whole section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L15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Awareness Reflection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Unnoticed patterns repeat themselves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Observe with curiosity, not judgment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Sets up Emotional Regulation later in this section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L16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 Challenge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Trainable, not a fixed trait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moments build capacity for big ones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real commitment, not just a reflection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L21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Perspective-Taking Exercise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disagreements look reasonable from both sides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test: can you state their view fairly?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the same as secretly still thinking you're right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L29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Intelligence Practice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can't manage what you can't accurately name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“Fine” and “stressed” are starting points, not endpoints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genuinely specific vocabulary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L43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Regulation Drill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skill built by practice, not innate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 now, at low stakes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wait for the real crisis to try it first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L45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Awareness Reflection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Genuine awareness, not just tolerance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ongoing practice, not a checkbox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 overgeneralizing from one interaction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L48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Values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Guides decisions consistently, not by mood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Closes the section — self-awareness into a standard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Test: does it match how you've actually behaved?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Conflict Resolution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FIRSTS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Given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Discomfort leads most people to avoid it entirely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Specificity matters more than diplomacy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foundation for this whole section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Received Gracefully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reaction shapes future honesty from others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Defensiveness discourages people from being honest again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Pairs directly with Feedback Given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Resolution Practice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Avoided conflict resurfaces worse later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distinct, learnable skill, not a trait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Genuinely uncomfortable — that's normal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L23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Conflict Debrief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debrief, teams repeat the same patterns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Specific, actionable takeaways, not just venting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Extends individual conflict skill to the team level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L35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Mediation Role Played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Distinct from resolving your own conflicts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Genuine neutrality, even subtly, is the hard part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Valuable for team dynamics and future leadership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L31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Feedback Session Facilitated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Unstructured sessions go vague or too personal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 keeps it genuinely productive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Combines L5, L6, and L35's skills together</a:t>
            </a:r>
            <a:endParaRPr 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Exercise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Relevant far beyond salary discussions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Collaborative beats adversarial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Assertiveness (L4) applied to a structured context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L33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Setting Exercise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boundaries → overcommitment, resentment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Stated well, boundaries build credibility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Closes the section: protecting your real capacity</a:t>
            </a:r>
            <a:endParaRPr lang="en-US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Teamwork &amp; Collaboration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FIRSTS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Challenge Completed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Easy collaboration doesn't build much skill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friction is where the growth happens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foundation for this whole section</a:t>
            </a:r>
            <a:endParaRPr lang="en-US" sz="2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Role Assumed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Deliberate roles beat default comfort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conscious choice, not falling into place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Sets up Team Role Rotation later in this section</a:t>
            </a:r>
            <a:endParaRPr lang="en-US" sz="2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L32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Brainstorm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Unstructured brainstorms underperform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Separate generation from evaluation, explicitly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Judgment too early suppresses real ideas</a:t>
            </a:r>
            <a:endParaRPr lang="en-US" sz="2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L18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 Discussion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Groups can beat any one individual — with structure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converge on the first, loudest idea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Extends L32's structure into applied problem-solving</a:t>
            </a:r>
            <a:endParaRPr lang="en-US" sz="2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L42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Decision Facilitated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buy-in, decisions unravel later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Explicitly check for unaddressed concerns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Silence ≠ agreement</a:t>
            </a:r>
            <a:endParaRPr lang="en-US" sz="2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L44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Role Rotation Experience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Comfort limits growth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Unfamiliar roles reveal hidden strengths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 reverting under pressure</a:t>
            </a:r>
            <a:endParaRPr lang="en-US" sz="2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L34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Remote/Virtual Work Adaptation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Informal cues are lost remotely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 often reads harsher than intended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deliberate communication compensates</a:t>
            </a:r>
            <a:endParaRPr lang="en-US" sz="2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L47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Recognition Shared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Genuine contributions go unnoticed by default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 beats generic (“great job everyone”)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Reinforces the behaviors worth repeating</a:t>
            </a:r>
            <a:endParaRPr lang="en-US" sz="2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L19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Decision-Making Log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reasoning fades once the outcome is known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 the rationale at the time, not after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Closes the section: a genuine learning record</a:t>
            </a:r>
            <a:endParaRPr lang="en-US" sz="2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&amp; Public Speaking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FIRSTS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L10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Speaking Confidence Drill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mastery ≠ audience comfort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people build real comfort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foundation for this whole section</a:t>
            </a:r>
            <a:endParaRPr lang="en-US" sz="2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L11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to Mixed Audience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style rarely lands for a whole mixed room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 tone and language within one presentation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lose your core message while adapting</a:t>
            </a:r>
            <a:endParaRPr lang="en-US" sz="2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L12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Conversation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Transactional networking rarely builds real ties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Genuine curiosity produces durable connections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about what you can get from it</a:t>
            </a:r>
            <a:endParaRPr lang="en-US" sz="2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L13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Mentoring Session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Distinct skill from being mentored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Guide toward understanding, don't just do it for them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Teaching deepens your own grasp too</a:t>
            </a:r>
            <a:endParaRPr lang="en-US" sz="2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L14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Interaction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 depends on how well you engage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 questions beat passive listening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flip side of being a good peer mentor</a:t>
            </a:r>
            <a:endParaRPr lang="en-US" sz="2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L22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Follow-Up Practice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 is lost in the failure to follow up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Only reaching out when you need something reads badly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Proactive follow-up sustains the relationship</a:t>
            </a:r>
            <a:endParaRPr lang="en-US" sz="2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L38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Event Reflection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reflection, your approach stays static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Skipping it because the event's over is the trap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Closes the loop on L12 and L22</a:t>
            </a:r>
            <a:endParaRPr lang="en-US" sz="2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L41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Handling Q&amp;A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Unscripted moments reveal real understanding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brief pause beats a rushed, rambling answer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distinct skill from prepared delivery</a:t>
            </a:r>
            <a:endParaRPr lang="en-US" sz="2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L46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Motivational Speech Practice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Distinct from informational presenting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Genuine story beats generic inspiration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Closes the section: confidence + audience + authenticity</a:t>
            </a:r>
            <a:endParaRPr lang="en-US" sz="2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Mindset &amp; Resilience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FIRSTS</a:t>
            </a:r>
            <a:endParaRPr lang="en-US" sz="1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L17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Adaptability Exercise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Unexpected change is inevitable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trainable skill, not a fixed trait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foundation for this whole section</a:t>
            </a:r>
            <a:endParaRPr lang="en-US" sz="2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L20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Thinking Exercise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Snap judgments are often wrong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Treat first impressions as hypotheses, not fact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Confidence in a judgment ≠ its accuracy</a:t>
            </a:r>
            <a:endParaRPr lang="en-US" sz="2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L24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Reflection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Leadership style forms unconsciously through habit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best lessons hide in moments that went poorly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reflect only on your wins</a:t>
            </a:r>
            <a:endParaRPr lang="en-US" sz="2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L25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Management Technique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Prevents burnout, supports better decisions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universal technique — experiment for yourself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Connects to Emotional Regulation from Session 2</a:t>
            </a:r>
            <a:endParaRPr lang="en-US" sz="2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L26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Gratitude Practice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Measurably improves mood and outlook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Specificity beats generic, repetitive entries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Especially useful during real stress</a:t>
            </a:r>
            <a:endParaRPr lang="en-US" sz="2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L27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Exercise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Trainable, not fixed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Neither suppress it nor dwell on it indefinitely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 toward one concrete next step</a:t>
            </a:r>
            <a:endParaRPr lang="en-US" sz="2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L28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Management Reflection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Generic advice ignores real individual variation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own patterns beat someone else's system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Self-reflection over borrowed productivity hacks</a:t>
            </a:r>
            <a:endParaRPr lang="en-US" sz="2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L50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on Soft Skill Growth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whole stage's pattern, not just one moment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Closes out Stage Eight entirely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Honesty about hard areas matters most here</a:t>
            </a:r>
            <a:endParaRPr lang="en-US" sz="2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Eight, Complete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251960" y="3794760"/>
            <a:ext cx="3657600" cy="0"/>
          </a:xfrm>
          <a:prstGeom prst="line">
            <a:avLst/>
          </a:prstGeom>
          <a:noFill/>
          <a:ln w="25400">
            <a:solidFill>
              <a:srgbClr val="E257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9776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soft skill genuinely grown, named with a real example.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58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2026-09-10T20:06:09Z</dcterms:created>
  <dcterms:modified xsi:type="dcterms:W3CDTF">2026-09-10T20:06:09Z</dcterms:modified>
</cp:coreProperties>
</file>